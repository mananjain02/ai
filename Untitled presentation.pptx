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087e9c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087e9c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f087e9cd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f087e9cd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BNY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quot;Create a single modern, minimalist presentation slide for BNY. The layout should be a clean 3x3 grid consisting of 9 equal-sized blocks. Each block must contain one of the 9 facts provided below. Use BNY’s corporate 'Reflect Blue' color theme with white and light grey accents. Use a bold sans-serif font for the numbers/titles and a lighter weight for the descriptions. Maintain generous white space and a professional, sophisticated aesthetic.&quot;&#10;&#10;The 9 Facts to include:&#10;&#10;Founding Legacy: Founded in 1784 by Alexander Hamilton, making it America's oldest bank.&#10;&#10;Global Reach: Operates across 35 countries, powering the global financial system.&#10;&#10;Asset Leader: Oversees approximately $59 trillion in assets under custody and/or administration.&#10;&#10;G-SIB Status: One of only 29 Globally Systemically Important Banks in the entire world.&#10;&#10;Innovation First: Named one of America's Most Innovative Companies for 2025.&#10;&#10;Market Impact: Touches approximately 20% of the world's investable assets.&#10;&#10;Fortune’s Best: Named to Fortune’s &quot;World’s Most Admired Companies&quot; list for the 29th time in 2026.&#10;&#10;Corporate Trust: Serves 92% of the Fortune 100 companies and 95% of the top 100 banks globally.&#10;&#10;Sustainability: Committed to $36.8M in total global community support and philanthropic giving.&#10;&#10;Design Tips for BNY Style&#10;If you are building this manually in Google Slides, follow these modern 2026 design principles:&#10;&#10;Color Palette: Use #002E67 (BNY Blue) as your primary accent. Use a very light off-white (#F4F4F4) for the background to keep it &quot;minimalist&quot; rather than a heavy dark blue slide.&#10;&#10;The Grid: Set up a 3x3 table and make the borders &quot;0pt&quot; (invisible). Give each cell a subtle light-grey border or a very soft drop shadow to make the &quot;blocks&quot; feel distinct.&#10;&#10;Typography: Use Roboto or Open Sans.&#10;&#10;Numbers: 36pt Bold (BNY Blue)&#10;&#10;Body text: 11pt Regular (Dark Grey)&#10;&#10;Visual Balance: Since it is a &quot;9-block&quot; slide, avoid adding photos. Instead, use a simple, tiny thin-line icon in the top right corner of each block to add a &quot;modern&quot; touch.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quot;Create a single modern, minimalist presentation slide for BNY. The layout should be a clean 3x3 grid consisting of 9 equal-sized blocks. Each block must contain one of the 9 facts provided below. Use BNY’s corporate 'Reflect Blue' color theme with white and light grey accents. Use a bold sans-serif font for the numbers/titles and a lighter weight for the descriptions. Maintain generous white space and a professional, sophisticated aesthetic.&quot;&#10;&#10;The 9 Facts to include:&#10;&#10;Founding Legacy: Founded in 1784 by Alexander Hamilton, making it America's oldest bank.&#10;&#10;Global Reach: Operates across 35 countries, powering the global financial system.&#10;&#10;Asset Leader: Oversees approximately $59 trillion in assets under custody and/or administration.&#10;&#10;G-SIB Status: One of only 29 Globally Systemically Important Banks in the entire world.&#10;&#10;Innovation First: Named one of America's Most Innovative Companies for 2025.&#10;&#10;Market Impact: Touches approximately 20% of the world's investable assets.&#10;&#10;Fortune’s Best: Named to Fortune’s &quot;World’s Most Admired Companies&quot; list for the 29th time in 2026.&#10;&#10;Corporate Trust: Serves 92% of the Fortune 100 companies and 95% of the top 100 banks globally.&#10;&#10;Sustainability: Committed to $36.8M in total global community support and philanthropic giving.&#10;&#10;Design Tips for BNY Style&#10;If you are building this manually in Google Slides, follow these modern 2026 design principles:&#10;&#10;Color Palette: Use #002E67 (BNY Blue) as your primary accent. Use a very light off-white (#F4F4F4) for the background to keep it &quot;minimalist&quot; rather than a heavy dark blue slide.&#10;&#10;The Grid: Set up a 3x3 table and make the borders &quot;0pt&quot; (invisible). Give each cell a subtle light-grey border or a very soft drop shadow to make the &quot;blocks&quot; feel distinct.&#10;&#10;Typography: Use Roboto or Open Sans.&#10;&#10;Numbers: 36pt Bold (BNY Blue)&#10;&#10;Body text: 11pt Regular (Dark Grey)&#10;&#10;Visual Balance: Since it is a &quot;9-block&quot; slide, avoid adding photos. Instead, use a simple, tiny thin-line icon in the top right corner of each block to add a &quot;modern&quot; touch.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